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2" r:id="rId7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10" d="100"/>
          <a:sy n="110" d="100"/>
        </p:scale>
        <p:origin x="-1644" y="-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19049F-B04B-4CB8-8B4B-CA285DBBC581}" type="datetimeFigureOut">
              <a:rPr lang="ru-RU" smtClean="0"/>
              <a:t>10.11.2022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82D93A-6A30-4F0A-9401-F68C7C3BD9E8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19049F-B04B-4CB8-8B4B-CA285DBBC581}" type="datetimeFigureOut">
              <a:rPr lang="ru-RU" smtClean="0"/>
              <a:t>10.11.2022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82D93A-6A30-4F0A-9401-F68C7C3BD9E8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19049F-B04B-4CB8-8B4B-CA285DBBC581}" type="datetimeFigureOut">
              <a:rPr lang="ru-RU" smtClean="0"/>
              <a:t>10.11.2022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82D93A-6A30-4F0A-9401-F68C7C3BD9E8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19049F-B04B-4CB8-8B4B-CA285DBBC581}" type="datetimeFigureOut">
              <a:rPr lang="ru-RU" smtClean="0"/>
              <a:t>10.11.2022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82D93A-6A30-4F0A-9401-F68C7C3BD9E8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Содержимое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19049F-B04B-4CB8-8B4B-CA285DBBC581}" type="datetimeFigureOut">
              <a:rPr lang="ru-RU" smtClean="0"/>
              <a:t>10.11.2022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82D93A-6A30-4F0A-9401-F68C7C3BD9E8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19049F-B04B-4CB8-8B4B-CA285DBBC581}" type="datetimeFigureOut">
              <a:rPr lang="ru-RU" smtClean="0"/>
              <a:t>10.11.2022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82D93A-6A30-4F0A-9401-F68C7C3BD9E8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19049F-B04B-4CB8-8B4B-CA285DBBC581}" type="datetimeFigureOut">
              <a:rPr lang="ru-RU" smtClean="0"/>
              <a:t>10.11.2022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82D93A-6A30-4F0A-9401-F68C7C3BD9E8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19049F-B04B-4CB8-8B4B-CA285DBBC581}" type="datetimeFigureOut">
              <a:rPr lang="ru-RU" smtClean="0"/>
              <a:t>10.11.2022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82D93A-6A30-4F0A-9401-F68C7C3BD9E8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19049F-B04B-4CB8-8B4B-CA285DBBC581}" type="datetimeFigureOut">
              <a:rPr lang="ru-RU" smtClean="0"/>
              <a:t>10.11.2022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82D93A-6A30-4F0A-9401-F68C7C3BD9E8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19049F-B04B-4CB8-8B4B-CA285DBBC581}" type="datetimeFigureOut">
              <a:rPr lang="ru-RU" smtClean="0"/>
              <a:t>10.11.2022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82D93A-6A30-4F0A-9401-F68C7C3BD9E8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19049F-B04B-4CB8-8B4B-CA285DBBC581}" type="datetimeFigureOut">
              <a:rPr lang="ru-RU" smtClean="0"/>
              <a:t>10.11.2022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82D93A-6A30-4F0A-9401-F68C7C3BD9E8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119049F-B04B-4CB8-8B4B-CA285DBBC581}" type="datetimeFigureOut">
              <a:rPr lang="ru-RU" smtClean="0"/>
              <a:t>10.11.2022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E82D93A-6A30-4F0A-9401-F68C7C3BD9E8}" type="slidenum">
              <a:rPr lang="ru-RU" smtClean="0"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1700808"/>
            <a:ext cx="8229600" cy="1224136"/>
          </a:xfrm>
        </p:spPr>
        <p:txBody>
          <a:bodyPr/>
          <a:lstStyle/>
          <a:p>
            <a:r>
              <a:rPr lang="ru-RU" dirty="0" smtClean="0"/>
              <a:t>Часы на </a:t>
            </a:r>
            <a:r>
              <a:rPr lang="en-US" dirty="0" err="1" smtClean="0"/>
              <a:t>PyQT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5580112" y="5661248"/>
            <a:ext cx="3106688" cy="464915"/>
          </a:xfrm>
        </p:spPr>
        <p:txBody>
          <a:bodyPr>
            <a:normAutofit fontScale="70000" lnSpcReduction="20000"/>
          </a:bodyPr>
          <a:lstStyle/>
          <a:p>
            <a:pPr>
              <a:buNone/>
            </a:pPr>
            <a:r>
              <a:rPr lang="ru-RU" dirty="0" smtClean="0"/>
              <a:t>Автор</a:t>
            </a:r>
            <a:r>
              <a:rPr lang="en-US" dirty="0" smtClean="0"/>
              <a:t>: </a:t>
            </a:r>
            <a:r>
              <a:rPr lang="ru-RU" dirty="0" err="1" smtClean="0"/>
              <a:t>Копанев</a:t>
            </a:r>
            <a:r>
              <a:rPr lang="ru-RU" dirty="0" smtClean="0"/>
              <a:t> Кирилл</a:t>
            </a:r>
            <a:endParaRPr lang="ru-RU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Идея проекта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ru-RU" dirty="0" smtClean="0"/>
              <a:t>Я решил создать приложение похожее на «часы» с дополнительными функциями</a:t>
            </a:r>
          </a:p>
          <a:p>
            <a:pPr>
              <a:buNone/>
            </a:pPr>
            <a:r>
              <a:rPr lang="ru-RU" dirty="0" smtClean="0"/>
              <a:t>Он может сообщать человеку</a:t>
            </a:r>
            <a:r>
              <a:rPr lang="en-US" dirty="0" smtClean="0"/>
              <a:t>, </a:t>
            </a:r>
            <a:r>
              <a:rPr lang="ru-RU" dirty="0" smtClean="0"/>
              <a:t>что пришло время сделать что-либо или посмотреть время в нескольких городах или засечь время</a:t>
            </a:r>
          </a:p>
          <a:p>
            <a:pPr>
              <a:buNone/>
            </a:pPr>
            <a:endParaRPr lang="ru-RU" dirty="0" smtClean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Использованные классы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ru-RU" dirty="0" smtClean="0"/>
              <a:t>Я использовал в основной программе 3 класса</a:t>
            </a:r>
            <a:r>
              <a:rPr lang="en-US" dirty="0" smtClean="0"/>
              <a:t>:</a:t>
            </a:r>
          </a:p>
          <a:p>
            <a:pPr>
              <a:buNone/>
            </a:pPr>
            <a:r>
              <a:rPr lang="en-US" dirty="0" smtClean="0"/>
              <a:t>1) </a:t>
            </a:r>
            <a:r>
              <a:rPr lang="en-US" dirty="0" err="1" smtClean="0"/>
              <a:t>MyWidget</a:t>
            </a:r>
            <a:r>
              <a:rPr lang="en-US" dirty="0" smtClean="0"/>
              <a:t> – </a:t>
            </a:r>
            <a:r>
              <a:rPr lang="ru-RU" dirty="0" smtClean="0"/>
              <a:t>для основного окна</a:t>
            </a:r>
          </a:p>
          <a:p>
            <a:pPr>
              <a:buNone/>
            </a:pPr>
            <a:r>
              <a:rPr lang="ru-RU" dirty="0" smtClean="0"/>
              <a:t>2)</a:t>
            </a:r>
            <a:r>
              <a:rPr lang="en-US" dirty="0" smtClean="0"/>
              <a:t> </a:t>
            </a:r>
            <a:r>
              <a:rPr lang="en-US" dirty="0" err="1" smtClean="0"/>
              <a:t>SecondForm</a:t>
            </a:r>
            <a:r>
              <a:rPr lang="en-US" dirty="0" smtClean="0"/>
              <a:t> – </a:t>
            </a:r>
            <a:r>
              <a:rPr lang="ru-RU" dirty="0" smtClean="0"/>
              <a:t>для описания второй формы</a:t>
            </a:r>
          </a:p>
          <a:p>
            <a:pPr>
              <a:buNone/>
            </a:pPr>
            <a:r>
              <a:rPr lang="ru-RU" dirty="0" smtClean="0"/>
              <a:t>3) </a:t>
            </a:r>
            <a:r>
              <a:rPr lang="en-US" dirty="0" err="1" smtClean="0"/>
              <a:t>ThirdForm</a:t>
            </a:r>
            <a:r>
              <a:rPr lang="en-US" dirty="0" smtClean="0"/>
              <a:t> – </a:t>
            </a:r>
            <a:r>
              <a:rPr lang="ru-RU" dirty="0" smtClean="0"/>
              <a:t>для описание третьей формы</a:t>
            </a:r>
            <a:endParaRPr lang="ru-RU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Особенности приложения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514350" indent="-514350">
              <a:buAutoNum type="arabicParenR"/>
            </a:pPr>
            <a:r>
              <a:rPr lang="ru-RU" dirty="0" smtClean="0"/>
              <a:t>Календарь. В обычных часах его нет</a:t>
            </a:r>
            <a:r>
              <a:rPr lang="en-US" dirty="0" smtClean="0"/>
              <a:t>, </a:t>
            </a:r>
            <a:r>
              <a:rPr lang="ru-RU" dirty="0" smtClean="0"/>
              <a:t>но я создал вторую форму (</a:t>
            </a:r>
            <a:r>
              <a:rPr lang="en-US" dirty="0" smtClean="0"/>
              <a:t>class </a:t>
            </a:r>
            <a:r>
              <a:rPr lang="en-US" dirty="0" err="1" smtClean="0"/>
              <a:t>SecondForm</a:t>
            </a:r>
            <a:r>
              <a:rPr lang="en-US" dirty="0" smtClean="0"/>
              <a:t>) </a:t>
            </a:r>
            <a:r>
              <a:rPr lang="ru-RU" dirty="0" smtClean="0"/>
              <a:t>для его показа</a:t>
            </a:r>
          </a:p>
          <a:p>
            <a:pPr marL="514350" indent="-514350">
              <a:buNone/>
            </a:pPr>
            <a:r>
              <a:rPr lang="ru-RU" dirty="0" smtClean="0"/>
              <a:t>2) Информация об авторе. Во многих приложениях (как и в часах) нету информации о создателе (как с ним связаться по улучшению приложения или просто для интереса). Я добавил третью форму где есть базовая информация обо мне (</a:t>
            </a:r>
            <a:r>
              <a:rPr lang="en-US" dirty="0" smtClean="0"/>
              <a:t>class </a:t>
            </a:r>
            <a:r>
              <a:rPr lang="en-US" dirty="0" err="1" smtClean="0"/>
              <a:t>ThirdForm</a:t>
            </a:r>
            <a:r>
              <a:rPr lang="en-US" dirty="0" smtClean="0"/>
              <a:t>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Использованные технологии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>
              <a:buNone/>
            </a:pPr>
            <a:r>
              <a:rPr lang="ru-RU" dirty="0" smtClean="0"/>
              <a:t>БД</a:t>
            </a:r>
            <a:r>
              <a:rPr lang="en-US" dirty="0" smtClean="0"/>
              <a:t>: </a:t>
            </a:r>
            <a:r>
              <a:rPr lang="ru-RU" dirty="0" smtClean="0"/>
              <a:t>я использовал в БД две таблицы. Одна для записи будильников</a:t>
            </a:r>
            <a:r>
              <a:rPr lang="en-US" dirty="0" smtClean="0"/>
              <a:t>, </a:t>
            </a:r>
            <a:r>
              <a:rPr lang="ru-RU" dirty="0" smtClean="0"/>
              <a:t>другая для информации об авторе</a:t>
            </a:r>
          </a:p>
          <a:p>
            <a:pPr>
              <a:buNone/>
            </a:pPr>
            <a:r>
              <a:rPr lang="ru-RU" dirty="0" smtClean="0"/>
              <a:t>Файлы</a:t>
            </a:r>
            <a:r>
              <a:rPr lang="en-US" dirty="0" smtClean="0"/>
              <a:t>: </a:t>
            </a:r>
            <a:r>
              <a:rPr lang="ru-RU" dirty="0" smtClean="0"/>
              <a:t>Я использовал файл </a:t>
            </a:r>
            <a:r>
              <a:rPr lang="en-US" dirty="0" smtClean="0"/>
              <a:t>requirements.txt </a:t>
            </a:r>
            <a:r>
              <a:rPr lang="ru-RU" dirty="0" smtClean="0"/>
              <a:t>для установки всех библиотек</a:t>
            </a:r>
            <a:r>
              <a:rPr lang="en-US" dirty="0" smtClean="0"/>
              <a:t>, </a:t>
            </a:r>
            <a:r>
              <a:rPr lang="ru-RU" dirty="0" smtClean="0"/>
              <a:t>а также </a:t>
            </a:r>
            <a:r>
              <a:rPr lang="en-US" dirty="0" smtClean="0"/>
              <a:t>Group_Box.txt </a:t>
            </a:r>
            <a:r>
              <a:rPr lang="ru-RU" dirty="0" smtClean="0"/>
              <a:t>для заноса имен на использованные мной </a:t>
            </a:r>
            <a:r>
              <a:rPr lang="en-US" dirty="0" err="1" smtClean="0"/>
              <a:t>Group_Box</a:t>
            </a:r>
            <a:endParaRPr lang="en-US" dirty="0" smtClean="0"/>
          </a:p>
          <a:p>
            <a:pPr>
              <a:buNone/>
            </a:pPr>
            <a:r>
              <a:rPr lang="ru-RU" dirty="0" err="1" smtClean="0"/>
              <a:t>Виджеты</a:t>
            </a:r>
            <a:r>
              <a:rPr lang="en-US" dirty="0" smtClean="0"/>
              <a:t>: </a:t>
            </a:r>
            <a:r>
              <a:rPr lang="ru-RU" dirty="0" smtClean="0"/>
              <a:t>Я использовал </a:t>
            </a:r>
            <a:r>
              <a:rPr lang="en-US" dirty="0" err="1" smtClean="0"/>
              <a:t>CalendarWidget</a:t>
            </a:r>
            <a:r>
              <a:rPr lang="en-US" dirty="0" smtClean="0"/>
              <a:t>, </a:t>
            </a:r>
            <a:r>
              <a:rPr lang="en-US" dirty="0" err="1" smtClean="0"/>
              <a:t>PushButton</a:t>
            </a:r>
            <a:r>
              <a:rPr lang="en-US" dirty="0" smtClean="0"/>
              <a:t>, Label, LCD number, </a:t>
            </a:r>
            <a:r>
              <a:rPr lang="en-US" dirty="0" err="1" smtClean="0"/>
              <a:t>Group_Box</a:t>
            </a:r>
            <a:endParaRPr lang="ru-RU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Вывод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ru-RU" dirty="0" smtClean="0"/>
              <a:t>Все пункты в пояснительной записке выполнены. По доработке я бы хотел сделать нормальный дизайн приложения</a:t>
            </a:r>
            <a:r>
              <a:rPr lang="en-US" dirty="0" smtClean="0"/>
              <a:t>, </a:t>
            </a:r>
            <a:r>
              <a:rPr lang="ru-RU" dirty="0" smtClean="0"/>
              <a:t>а не просто кнопки на белом фоне</a:t>
            </a:r>
            <a:r>
              <a:rPr lang="en-US" dirty="0" smtClean="0"/>
              <a:t>, </a:t>
            </a:r>
            <a:r>
              <a:rPr lang="ru-RU" dirty="0" smtClean="0"/>
              <a:t>но нужно учиться это реализовывать.</a:t>
            </a:r>
            <a:endParaRPr lang="ru-RU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65</TotalTime>
  <Words>229</Words>
  <Application>Microsoft Office PowerPoint</Application>
  <PresentationFormat>Экран (4:3)</PresentationFormat>
  <Paragraphs>19</Paragraphs>
  <Slides>6</Slides>
  <Notes>0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6</vt:i4>
      </vt:variant>
    </vt:vector>
  </HeadingPairs>
  <TitlesOfParts>
    <vt:vector size="7" baseType="lpstr">
      <vt:lpstr>Тема Office</vt:lpstr>
      <vt:lpstr>Часы на PyQT</vt:lpstr>
      <vt:lpstr>Идея проекта</vt:lpstr>
      <vt:lpstr>Использованные классы</vt:lpstr>
      <vt:lpstr>Особенности приложения</vt:lpstr>
      <vt:lpstr>Использованные технологии</vt:lpstr>
      <vt:lpstr>Вывод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Часы на PyQT</dc:title>
  <dc:creator>Artem</dc:creator>
  <cp:lastModifiedBy>Artem</cp:lastModifiedBy>
  <cp:revision>7</cp:revision>
  <dcterms:created xsi:type="dcterms:W3CDTF">2022-11-10T15:02:23Z</dcterms:created>
  <dcterms:modified xsi:type="dcterms:W3CDTF">2022-11-10T16:07:33Z</dcterms:modified>
</cp:coreProperties>
</file>